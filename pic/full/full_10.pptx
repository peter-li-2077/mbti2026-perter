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5" r:id="rId3"/>
  </p:sldIdLst>
  <p:sldSz cx="6858000" cy="221170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jpe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picture 6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49277" y="14709714"/>
            <a:ext cx="5994371" cy="901762"/>
          </a:xfrm>
          <a:prstGeom prst="rect">
            <a:avLst/>
          </a:prstGeom>
        </p:spPr>
      </p:pic>
      <p:sp>
        <p:nvSpPr>
          <p:cNvPr id="638" name="textbox 638"/>
          <p:cNvSpPr/>
          <p:nvPr/>
        </p:nvSpPr>
        <p:spPr>
          <a:xfrm>
            <a:off x="628660" y="13616117"/>
            <a:ext cx="5789929" cy="61709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6700" algn="l" rtl="0" eaLnBrk="0">
              <a:lnSpc>
                <a:spcPct val="98000"/>
              </a:lnSpc>
              <a:tabLst>
                <a:tab pos="3771900" algn="l"/>
              </a:tabLst>
            </a:pPr>
            <a:r>
              <a:rPr sz="3800" u="sng" kern="0" spc="0" dirty="0">
                <a:solidFill>
                  <a:srgbClr val="F08060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3800" kern="0" spc="-230" dirty="0">
                <a:solidFill>
                  <a:srgbClr val="F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800" b="1" kern="0" spc="-340" dirty="0">
                <a:solidFill>
                  <a:srgbClr val="F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恋爱</a:t>
            </a:r>
            <a:r>
              <a:rPr sz="3800" b="1" kern="0" spc="-330" dirty="0">
                <a:solidFill>
                  <a:srgbClr val="F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分</a:t>
            </a:r>
            <a:r>
              <a:rPr sz="3800" b="1" kern="0" spc="-150" dirty="0">
                <a:solidFill>
                  <a:srgbClr val="F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析</a:t>
            </a:r>
            <a:endParaRPr sz="3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51510" algn="l" rtl="0" eaLnBrk="0">
              <a:lnSpc>
                <a:spcPts val="2730"/>
              </a:lnSpc>
              <a:spcBef>
                <a:spcPts val="670"/>
              </a:spcBef>
            </a:pPr>
            <a:r>
              <a:rPr sz="2200" b="1" kern="0" spc="-15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恋爱风格：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575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恋爱对你而言，是一块互相包容的拼图。你是一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57000"/>
              </a:lnSpc>
              <a:spcBef>
                <a:spcPts val="10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个理想主义者，追求极致的纯爱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，讨厌带着世俗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欲望的关系，是一个勇于反抗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现实的反骨仔。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575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你希望能够与另一半进行高质量的交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流，互相提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50000"/>
              </a:lnSpc>
              <a:spcBef>
                <a:spcPts val="90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升灵魂的深度。宁要高质量的孤独，也不要低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质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量的共处。你在恋爱中往往表现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出极高的热情，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主动引领关系的发展。他们会积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极地策划约会、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安排活动，让恋爱充满活力和惊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喜。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40" name="textbox 640"/>
          <p:cNvSpPr/>
          <p:nvPr/>
        </p:nvSpPr>
        <p:spPr>
          <a:xfrm>
            <a:off x="709622" y="5209491"/>
            <a:ext cx="5305425" cy="5349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9865" algn="l" rtl="0" eaLnBrk="0">
              <a:lnSpc>
                <a:spcPct val="95000"/>
              </a:lnSpc>
            </a:pPr>
            <a:r>
              <a:rPr sz="2400" b="1" kern="0" spc="-14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软件测试员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6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5420" algn="l" rtl="0" eaLnBrk="0">
              <a:lnSpc>
                <a:spcPct val="85000"/>
              </a:lnSpc>
              <a:spcBef>
                <a:spcPts val="575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主要是测试软件的功能和性能，通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常需要长时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85420" algn="l" rtl="0" eaLnBrk="0">
              <a:lnSpc>
                <a:spcPts val="3300"/>
              </a:lnSpc>
            </a:pP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间独自工作，缺乏与他人合作的机会。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9865" algn="l" rtl="0" eaLnBrk="0">
              <a:lnSpc>
                <a:spcPct val="95000"/>
              </a:lnSpc>
              <a:spcBef>
                <a:spcPts val="725"/>
              </a:spcBef>
            </a:pPr>
            <a:r>
              <a:rPr sz="2400" b="1" kern="0" spc="-9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流水线工人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7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5000"/>
              </a:lnSpc>
              <a:spcBef>
                <a:spcPts val="575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需要长时间重复执行相似的任务，缺乏创造性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85420" algn="l" rtl="0" eaLnBrk="0">
              <a:lnSpc>
                <a:spcPts val="3380"/>
              </a:lnSpc>
            </a:pPr>
            <a:r>
              <a:rPr sz="19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发挥空间和团队合作机会。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  <a:spcBef>
                <a:spcPts val="5"/>
              </a:spcBef>
            </a:pPr>
            <a:endParaRPr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42" name="textbox 642"/>
          <p:cNvSpPr/>
          <p:nvPr/>
        </p:nvSpPr>
        <p:spPr>
          <a:xfrm>
            <a:off x="882680" y="675729"/>
            <a:ext cx="5140959" cy="3902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95000"/>
              </a:lnSpc>
            </a:pPr>
            <a:r>
              <a:rPr sz="2400" b="1" kern="0" spc="-12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技术支持专员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6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575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主要是通过电话或电子邮件解决客户的技术问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410"/>
              </a:lnSpc>
            </a:pP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题，缺乏与他人面对面的交流机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会。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96000"/>
              </a:lnSpc>
              <a:spcBef>
                <a:spcPts val="725"/>
              </a:spcBef>
            </a:pPr>
            <a:r>
              <a:rPr sz="2400" b="1" kern="0" spc="-11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艺术家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6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580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这类工作一般需要长期的、独自的工作，可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能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480"/>
              </a:lnSpc>
            </a:pP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会让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感到孤独和缺乏与他人交流的机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3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5"/>
              </a:spcBef>
            </a:pPr>
            <a:r>
              <a:rPr sz="19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会</a:t>
            </a:r>
            <a:r>
              <a:rPr sz="1900" kern="0" spc="-5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44" name="textbox 644"/>
          <p:cNvSpPr/>
          <p:nvPr/>
        </p:nvSpPr>
        <p:spPr>
          <a:xfrm>
            <a:off x="628660" y="20320834"/>
            <a:ext cx="5388609" cy="7023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但你心中的理想恋爱关系可能标准过高，当现实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400"/>
              </a:lnSpc>
            </a:pPr>
            <a:r>
              <a:rPr sz="19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与理想存在差距时，容易感到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失望或焦虑。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64" name="textbox 664"/>
          <p:cNvSpPr/>
          <p:nvPr/>
        </p:nvSpPr>
        <p:spPr>
          <a:xfrm>
            <a:off x="4679955" y="13201330"/>
            <a:ext cx="1713229" cy="2781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2000"/>
              </a:lnSpc>
            </a:pPr>
            <a:r>
              <a:rPr sz="1800" kern="0" spc="-70" dirty="0">
                <a:solidFill>
                  <a:srgbClr val="F0B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LOVE ANALYSIS</a:t>
            </a:r>
            <a:endParaRPr sz="1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668" name="picture 6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61965" y="13592159"/>
            <a:ext cx="546102" cy="533509"/>
          </a:xfrm>
          <a:prstGeom prst="rect">
            <a:avLst/>
          </a:prstGeom>
        </p:spPr>
      </p:pic>
      <p:pic>
        <p:nvPicPr>
          <p:cNvPr id="670" name="picture 6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61965" y="14760675"/>
            <a:ext cx="12687" cy="6934124"/>
          </a:xfrm>
          <a:prstGeom prst="rect">
            <a:avLst/>
          </a:prstGeom>
        </p:spPr>
      </p:pic>
      <p:pic>
        <p:nvPicPr>
          <p:cNvPr id="672" name="picture 6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378605" y="14138250"/>
            <a:ext cx="6350" cy="50800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415</Words>
  <Application>WPS 演示</Application>
  <PresentationFormat/>
  <Paragraphs>60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</vt:lpstr>
      <vt:lpstr>黑体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商显厂家 李工13246883050</cp:lastModifiedBy>
  <cp:revision>2</cp:revision>
  <dcterms:created xsi:type="dcterms:W3CDTF">2026-06-05T06:34:00Z</dcterms:created>
  <dcterms:modified xsi:type="dcterms:W3CDTF">2026-06-05T06:35:27Z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2026-06-05T22:23:06Z</vt:filetime>
  </property>
  <property fmtid="{D5CDD505-2E9C-101B-9397-08002B2CF9AE}" pid="4" name="UsrData">
    <vt:lpwstr>6a226b32bfaa9e001f1e18f2wl</vt:lpwstr>
  </property>
  <property fmtid="{D5CDD505-2E9C-101B-9397-08002B2CF9AE}" pid="5" name="KSOProductBuildVer">
    <vt:lpwstr>2052-12.1.0.26375</vt:lpwstr>
  </property>
  <property fmtid="{D5CDD505-2E9C-101B-9397-08002B2CF9AE}" pid="6" name="ICV">
    <vt:lpwstr>6F1C3CC4AD0A4E5CB61C0F13F598EDD2_12</vt:lpwstr>
  </property>
</Properties>
</file>