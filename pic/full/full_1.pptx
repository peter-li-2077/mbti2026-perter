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6858000" cy="2211705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png"/><Relationship Id="rId7" Type="http://schemas.openxmlformats.org/officeDocument/2006/relationships/image" Target="../media/image7.jpe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/>
          <p:nvPr/>
        </p:nvSpPr>
        <p:spPr>
          <a:xfrm>
            <a:off x="1790679" y="17558520"/>
            <a:ext cx="4369434" cy="4102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更倾向于集体活动，从外界获取能量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7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575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更倾向于关注可能性，喜欢探索新想法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3535"/>
              </a:lnSpc>
            </a:pPr>
            <a:r>
              <a:rPr sz="1900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和抽象概念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9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580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偏好基于情感和价值观做出决策，关注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3555"/>
              </a:lnSpc>
            </a:pP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自己和他人的情绪感受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8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580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更有组织、计划和条理，倾向于按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步骤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3555"/>
              </a:lnSpc>
            </a:pPr>
            <a:r>
              <a:rPr sz="19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处理事情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9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0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5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谨慎自省，在意细节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与他人想法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5" name="group 4"/>
          <p:cNvGrpSpPr/>
          <p:nvPr/>
        </p:nvGrpSpPr>
        <p:grpSpPr>
          <a:xfrm rot="21600000">
            <a:off x="0" y="2765451"/>
            <a:ext cx="6813559" cy="901651"/>
            <a:chOff x="0" y="0"/>
            <a:chExt cx="6813559" cy="901651"/>
          </a:xfrm>
        </p:grpSpPr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6813559" cy="901651"/>
            </a:xfrm>
            <a:prstGeom prst="rect">
              <a:avLst/>
            </a:prstGeom>
          </p:spPr>
        </p:pic>
        <p:sp>
          <p:nvSpPr>
            <p:cNvPr id="14" name="textbox 14"/>
            <p:cNvSpPr/>
            <p:nvPr/>
          </p:nvSpPr>
          <p:spPr>
            <a:xfrm>
              <a:off x="-12700" y="-12700"/>
              <a:ext cx="6839584" cy="9594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27050" algn="l" rtl="0" eaLnBrk="0">
                <a:lnSpc>
                  <a:spcPts val="2410"/>
                </a:lnSpc>
              </a:pPr>
              <a:r>
                <a:rPr sz="3000" kern="0" spc="110" baseline="-4000" dirty="0">
                  <a:solidFill>
                    <a:srgbClr val="4010C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基本画像</a:t>
              </a:r>
              <a:r>
                <a:rPr sz="1900" kern="0" spc="420" dirty="0">
                  <a:solidFill>
                    <a:srgbClr val="4010C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 </a:t>
              </a:r>
              <a:r>
                <a:rPr sz="1900" kern="0" spc="1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区荣格八维</a:t>
              </a:r>
              <a:r>
                <a:rPr sz="1900" kern="0" spc="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      </a:t>
              </a:r>
              <a:r>
                <a:rPr sz="1700" kern="0" spc="10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职场小结</a:t>
              </a: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      </a:t>
              </a:r>
              <a:r>
                <a:rPr sz="2600" kern="0" spc="100" baseline="500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恋爱锦囊</a:t>
              </a:r>
              <a:endParaRPr sz="2600" baseline="5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sp>
        <p:nvSpPr>
          <p:cNvPr id="16" name="textbox 16"/>
          <p:cNvSpPr/>
          <p:nvPr/>
        </p:nvSpPr>
        <p:spPr>
          <a:xfrm>
            <a:off x="355574" y="16195678"/>
            <a:ext cx="6014720" cy="631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9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46100" algn="l" rtl="0" eaLnBrk="0">
              <a:lnSpc>
                <a:spcPct val="97000"/>
              </a:lnSpc>
              <a:tabLst>
                <a:tab pos="723900" algn="l"/>
              </a:tabLst>
            </a:pPr>
            <a:r>
              <a:rPr sz="3900" kern="0" spc="0" dirty="0">
                <a:solidFill>
                  <a:srgbClr val="D0603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</a:t>
            </a:r>
            <a:r>
              <a:rPr sz="3900" u="sng" kern="0" spc="120" dirty="0">
                <a:solidFill>
                  <a:srgbClr val="D06030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 </a:t>
            </a:r>
            <a:r>
              <a:rPr sz="3900" kern="0" spc="-400" dirty="0">
                <a:solidFill>
                  <a:srgbClr val="D0603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3900" b="1" kern="0" spc="-370" dirty="0">
                <a:solidFill>
                  <a:srgbClr val="D0603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人格</a:t>
            </a:r>
            <a:r>
              <a:rPr sz="3900" b="1" kern="0" spc="-360" dirty="0">
                <a:solidFill>
                  <a:srgbClr val="D0603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字母介</a:t>
            </a:r>
            <a:r>
              <a:rPr sz="3900" b="1" kern="0" spc="-340" dirty="0">
                <a:solidFill>
                  <a:srgbClr val="D0603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绍</a:t>
            </a:r>
            <a:endParaRPr sz="3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68274" y="16208378"/>
            <a:ext cx="533415" cy="520766"/>
          </a:xfrm>
          <a:prstGeom prst="rect">
            <a:avLst/>
          </a:prstGeom>
        </p:spPr>
      </p:pic>
      <p:sp>
        <p:nvSpPr>
          <p:cNvPr id="20" name="textbox 20"/>
          <p:cNvSpPr/>
          <p:nvPr/>
        </p:nvSpPr>
        <p:spPr>
          <a:xfrm>
            <a:off x="1536252" y="2042838"/>
            <a:ext cx="4252595" cy="4978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你的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MBTI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人格类型</a:t>
            </a: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报告</a:t>
            </a:r>
            <a:endParaRPr sz="3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1" name="group 10"/>
          <p:cNvGrpSpPr/>
          <p:nvPr/>
        </p:nvGrpSpPr>
        <p:grpSpPr>
          <a:xfrm rot="21600000">
            <a:off x="330212" y="17478354"/>
            <a:ext cx="1250967" cy="450825"/>
            <a:chOff x="0" y="0"/>
            <a:chExt cx="1250967" cy="450825"/>
          </a:xfrm>
        </p:grpSpPr>
        <p:pic>
          <p:nvPicPr>
            <p:cNvPr id="32" name="picture 3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250967" cy="450825"/>
            </a:xfrm>
            <a:prstGeom prst="rect">
              <a:avLst/>
            </a:prstGeom>
          </p:spPr>
        </p:pic>
        <p:sp>
          <p:nvSpPr>
            <p:cNvPr id="34" name="textbox 34"/>
            <p:cNvSpPr/>
            <p:nvPr/>
          </p:nvSpPr>
          <p:spPr>
            <a:xfrm>
              <a:off x="-12700" y="-12700"/>
              <a:ext cx="1276985" cy="520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</a:pPr>
              <a:endParaRPr sz="7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39115" algn="l" rtl="0" eaLnBrk="0">
                <a:lnSpc>
                  <a:spcPct val="100000"/>
                </a:lnSpc>
                <a:spcBef>
                  <a:spcPts val="5"/>
                </a:spcBef>
              </a:pPr>
              <a:r>
                <a:rPr sz="2200" kern="0" spc="-40" dirty="0">
                  <a:solidFill>
                    <a:srgbClr val="E0503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外向</a:t>
              </a:r>
              <a:endParaRPr sz="2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 rot="21600000">
            <a:off x="342900" y="20221637"/>
            <a:ext cx="1250967" cy="412715"/>
            <a:chOff x="0" y="0"/>
            <a:chExt cx="1250967" cy="412715"/>
          </a:xfrm>
        </p:grpSpPr>
        <p:pic>
          <p:nvPicPr>
            <p:cNvPr id="36" name="picture 3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250967" cy="412715"/>
            </a:xfrm>
            <a:prstGeom prst="rect">
              <a:avLst/>
            </a:prstGeom>
          </p:spPr>
        </p:pic>
        <p:sp>
          <p:nvSpPr>
            <p:cNvPr id="38" name="textbox 38"/>
            <p:cNvSpPr/>
            <p:nvPr/>
          </p:nvSpPr>
          <p:spPr>
            <a:xfrm>
              <a:off x="-12700" y="-12700"/>
              <a:ext cx="1276985" cy="47370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2000"/>
                </a:lnSpc>
              </a:pPr>
              <a:endParaRPr sz="7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84150" algn="l" rtl="0" eaLnBrk="0">
                <a:lnSpc>
                  <a:spcPct val="99000"/>
                </a:lnSpc>
                <a:spcBef>
                  <a:spcPts val="0"/>
                </a:spcBef>
              </a:pPr>
              <a:r>
                <a:rPr sz="1900" kern="0" spc="12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J</a:t>
              </a:r>
              <a:r>
                <a:rPr sz="1900" kern="0" spc="6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 </a:t>
              </a:r>
              <a:r>
                <a:rPr sz="1900" kern="0" spc="120" dirty="0">
                  <a:solidFill>
                    <a:srgbClr val="E0503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判断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 rot="21600000">
            <a:off x="342900" y="21301064"/>
            <a:ext cx="1250967" cy="412715"/>
            <a:chOff x="0" y="0"/>
            <a:chExt cx="1250967" cy="412715"/>
          </a:xfrm>
        </p:grpSpPr>
        <p:pic>
          <p:nvPicPr>
            <p:cNvPr id="40" name="picture 4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1250967" cy="412715"/>
            </a:xfrm>
            <a:prstGeom prst="rect">
              <a:avLst/>
            </a:prstGeom>
          </p:spPr>
        </p:pic>
        <p:sp>
          <p:nvSpPr>
            <p:cNvPr id="42" name="textbox 42"/>
            <p:cNvSpPr/>
            <p:nvPr/>
          </p:nvSpPr>
          <p:spPr>
            <a:xfrm>
              <a:off x="-12700" y="-12700"/>
              <a:ext cx="1276985" cy="47434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8000"/>
                </a:lnSpc>
              </a:pPr>
              <a:endParaRPr sz="7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27050" algn="l" rtl="0" eaLnBrk="0">
                <a:lnSpc>
                  <a:spcPct val="99000"/>
                </a:lnSpc>
                <a:spcBef>
                  <a:spcPts val="0"/>
                </a:spcBef>
              </a:pPr>
              <a:r>
                <a:rPr sz="1900" kern="0" spc="180" dirty="0">
                  <a:solidFill>
                    <a:srgbClr val="E0503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纠结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 rot="21600000">
            <a:off x="342900" y="19173823"/>
            <a:ext cx="1238280" cy="412715"/>
            <a:chOff x="0" y="0"/>
            <a:chExt cx="1238280" cy="412715"/>
          </a:xfrm>
        </p:grpSpPr>
        <p:pic>
          <p:nvPicPr>
            <p:cNvPr id="44" name="picture 4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1238280" cy="412715"/>
            </a:xfrm>
            <a:prstGeom prst="rect">
              <a:avLst/>
            </a:prstGeom>
          </p:spPr>
        </p:pic>
        <p:sp>
          <p:nvSpPr>
            <p:cNvPr id="46" name="textbox 46"/>
            <p:cNvSpPr/>
            <p:nvPr/>
          </p:nvSpPr>
          <p:spPr>
            <a:xfrm>
              <a:off x="-12700" y="-12700"/>
              <a:ext cx="1264285" cy="47434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8000"/>
                </a:lnSpc>
              </a:pPr>
              <a:endParaRPr sz="6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83515" algn="l" rtl="0" eaLnBrk="0">
                <a:lnSpc>
                  <a:spcPct val="99000"/>
                </a:lnSpc>
                <a:spcBef>
                  <a:spcPts val="0"/>
                </a:spcBef>
              </a:pPr>
              <a:r>
                <a:rPr sz="2000" kern="0" spc="40" dirty="0">
                  <a:solidFill>
                    <a:srgbClr val="FFFFFF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F   </a:t>
              </a:r>
              <a:r>
                <a:rPr sz="2000" kern="0" spc="40" dirty="0">
                  <a:solidFill>
                    <a:srgbClr val="E0503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感性</a:t>
              </a:r>
              <a:endParaRPr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 rot="21600000">
            <a:off x="317525" y="18094396"/>
            <a:ext cx="514349" cy="463384"/>
            <a:chOff x="0" y="0"/>
            <a:chExt cx="514349" cy="463384"/>
          </a:xfrm>
        </p:grpSpPr>
        <p:pic>
          <p:nvPicPr>
            <p:cNvPr id="52" name="picture 5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514349" cy="463384"/>
            </a:xfrm>
            <a:prstGeom prst="rect">
              <a:avLst/>
            </a:prstGeom>
          </p:spPr>
        </p:pic>
        <p:sp>
          <p:nvSpPr>
            <p:cNvPr id="54" name="textbox 54"/>
            <p:cNvSpPr/>
            <p:nvPr/>
          </p:nvSpPr>
          <p:spPr>
            <a:xfrm>
              <a:off x="-12700" y="-12700"/>
              <a:ext cx="539750" cy="5467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6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08915" algn="l" rtl="0" eaLnBrk="0">
                <a:lnSpc>
                  <a:spcPct val="82000"/>
                </a:lnSpc>
              </a:pPr>
              <a:r>
                <a:rPr sz="1900" kern="0" spc="-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N</a:t>
              </a:r>
              <a:endParaRPr sz="19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62" name="rect 62"/>
          <p:cNvSpPr/>
          <p:nvPr/>
        </p:nvSpPr>
        <p:spPr>
          <a:xfrm>
            <a:off x="863685" y="18234623"/>
            <a:ext cx="525932" cy="276377"/>
          </a:xfrm>
          <a:prstGeom prst="rect">
            <a:avLst/>
          </a:prstGeom>
          <a:solidFill>
            <a:srgbClr val="FFE0E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4" name="textbox 64"/>
          <p:cNvSpPr/>
          <p:nvPr/>
        </p:nvSpPr>
        <p:spPr>
          <a:xfrm>
            <a:off x="863615" y="18233314"/>
            <a:ext cx="539115" cy="312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1900" kern="0" spc="110" dirty="0">
                <a:solidFill>
                  <a:srgbClr val="D0603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直觉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8" name="textbox 68"/>
          <p:cNvSpPr/>
          <p:nvPr/>
        </p:nvSpPr>
        <p:spPr>
          <a:xfrm>
            <a:off x="6701624" y="15044492"/>
            <a:ext cx="139064" cy="457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800" kern="0" spc="4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八维报告</a:t>
            </a:r>
            <a:endParaRPr sz="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0" name="textbox 70"/>
          <p:cNvSpPr/>
          <p:nvPr/>
        </p:nvSpPr>
        <p:spPr>
          <a:xfrm>
            <a:off x="6700830" y="13300512"/>
            <a:ext cx="139700" cy="349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800" kern="0" spc="4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恋爱报</a:t>
            </a:r>
            <a:endParaRPr sz="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4" name="rect 74"/>
          <p:cNvSpPr/>
          <p:nvPr/>
        </p:nvSpPr>
        <p:spPr>
          <a:xfrm>
            <a:off x="1965345" y="8747230"/>
            <a:ext cx="6350" cy="190332"/>
          </a:xfrm>
          <a:prstGeom prst="rect">
            <a:avLst/>
          </a:prstGeom>
          <a:solidFill>
            <a:srgbClr val="000000">
              <a:alpha val="75294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6" name="rect 76"/>
          <p:cNvSpPr/>
          <p:nvPr/>
        </p:nvSpPr>
        <p:spPr>
          <a:xfrm>
            <a:off x="6711925" y="6648429"/>
            <a:ext cx="120700" cy="6350"/>
          </a:xfrm>
          <a:prstGeom prst="rect">
            <a:avLst/>
          </a:prstGeom>
          <a:solidFill>
            <a:srgbClr val="000000">
              <a:alpha val="7568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8" name="path 78"/>
          <p:cNvSpPr/>
          <p:nvPr/>
        </p:nvSpPr>
        <p:spPr>
          <a:xfrm>
            <a:off x="6711925" y="8464508"/>
            <a:ext cx="120700" cy="6350"/>
          </a:xfrm>
          <a:custGeom>
            <a:avLst/>
            <a:gdLst/>
            <a:ahLst/>
            <a:cxnLst/>
            <a:rect l="0" t="0" r="0" b="0"/>
            <a:pathLst>
              <a:path w="190" h="10">
                <a:moveTo>
                  <a:pt x="0" y="5"/>
                </a:moveTo>
                <a:lnTo>
                  <a:pt x="190" y="5"/>
                </a:lnTo>
                <a:moveTo>
                  <a:pt x="0" y="5"/>
                </a:moveTo>
                <a:lnTo>
                  <a:pt x="190" y="5"/>
                </a:lnTo>
              </a:path>
            </a:pathLst>
          </a:custGeom>
          <a:noFill/>
          <a:ln w="6350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0" name="rect 80"/>
          <p:cNvSpPr/>
          <p:nvPr/>
        </p:nvSpPr>
        <p:spPr>
          <a:xfrm>
            <a:off x="6711925" y="10045646"/>
            <a:ext cx="120700" cy="6350"/>
          </a:xfrm>
          <a:prstGeom prst="rect">
            <a:avLst/>
          </a:prstGeom>
          <a:solidFill>
            <a:srgbClr val="000000">
              <a:alpha val="7647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2" name="rect 82"/>
          <p:cNvSpPr/>
          <p:nvPr/>
        </p:nvSpPr>
        <p:spPr>
          <a:xfrm>
            <a:off x="6711925" y="14662171"/>
            <a:ext cx="120700" cy="6350"/>
          </a:xfrm>
          <a:prstGeom prst="rect">
            <a:avLst/>
          </a:prstGeom>
          <a:solidFill>
            <a:srgbClr val="000000">
              <a:alpha val="75294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5600" y="3891915"/>
            <a:ext cx="6032500" cy="98850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</Words>
  <Application>WPS 演示</Application>
  <PresentationFormat/>
  <Paragraphs>39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</vt:lpstr>
      <vt:lpstr>黑体</vt:lpstr>
      <vt:lpstr>Times New Roman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商显厂家 李工13246883050</cp:lastModifiedBy>
  <cp:revision>2</cp:revision>
  <dcterms:created xsi:type="dcterms:W3CDTF">2026-06-05T06:34:00Z</dcterms:created>
  <dcterms:modified xsi:type="dcterms:W3CDTF">2026-06-05T06:35:26Z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2026-06-05T22:23:06Z</vt:filetime>
  </property>
  <property fmtid="{D5CDD505-2E9C-101B-9397-08002B2CF9AE}" pid="4" name="UsrData">
    <vt:lpwstr>6a226b32bfaa9e001f1e18f2wl</vt:lpwstr>
  </property>
  <property fmtid="{D5CDD505-2E9C-101B-9397-08002B2CF9AE}" pid="5" name="KSOProductBuildVer">
    <vt:lpwstr>2052-12.1.0.26375</vt:lpwstr>
  </property>
  <property fmtid="{D5CDD505-2E9C-101B-9397-08002B2CF9AE}" pid="6" name="ICV">
    <vt:lpwstr>6F1C3CC4AD0A4E5CB61C0F13F598EDD2_12</vt:lpwstr>
  </property>
</Properties>
</file>