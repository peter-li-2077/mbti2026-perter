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picture 7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7669" y="2130499"/>
            <a:ext cx="1504987" cy="495160"/>
          </a:xfrm>
          <a:prstGeom prst="rect">
            <a:avLst/>
          </a:prstGeom>
        </p:spPr>
      </p:pic>
      <p:graphicFrame>
        <p:nvGraphicFramePr>
          <p:cNvPr id="758" name="table 758"/>
          <p:cNvGraphicFramePr>
            <a:graphicFrameLocks noGrp="1"/>
          </p:cNvGraphicFramePr>
          <p:nvPr/>
        </p:nvGraphicFramePr>
        <p:xfrm>
          <a:off x="361965" y="79375"/>
          <a:ext cx="6025515" cy="7708264"/>
        </p:xfrm>
        <a:graphic>
          <a:graphicData uri="http://schemas.openxmlformats.org/drawingml/2006/table">
            <a:tbl>
              <a:tblPr/>
              <a:tblGrid>
                <a:gridCol w="6025515"/>
              </a:tblGrid>
              <a:tr h="1717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</a:pPr>
                      <a:r>
                        <a:rPr sz="1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心理：会思考这段关系的可持续性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和发展方向，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ct val="156000"/>
                        </a:lnSpc>
                        <a:spcBef>
                          <a:spcPts val="3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对伴侣的依赖逐渐增加，同时也担心自己的付出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得不到同等的回应。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69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181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9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稳定阶段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33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性格：变得更加成熟和稳重，对爱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情有更深刻的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ts val="3695"/>
                        </a:lnSpc>
                      </a:pPr>
                      <a:r>
                        <a:rPr sz="1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理解和承诺。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  <a:spcBef>
                          <a:spcPts val="580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行为：会在生活中给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予伴侣更多实际的支持和帮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ct val="154000"/>
                        </a:lnSpc>
                        <a:spcBef>
                          <a:spcPts val="3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助，共同面对各种困难和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挑战。可能会更加注重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家庭和共同生活的建设。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115" algn="l" rtl="0" eaLnBrk="0">
                        <a:lnSpc>
                          <a:spcPct val="87000"/>
                        </a:lnSpc>
                        <a:spcBef>
                          <a:spcPts val="575"/>
                        </a:spcBef>
                      </a:pP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心理：对这段感情充满信心和安全感，将伴侣视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85115" algn="l" rtl="0" eaLnBrk="0">
                        <a:lnSpc>
                          <a:spcPct val="156000"/>
                        </a:lnSpc>
                        <a:spcBef>
                          <a:spcPts val="35"/>
                        </a:spcBef>
                      </a:pP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为生命中不可或缺的一部分，愿意为了维护关系</a:t>
                      </a:r>
                      <a:r>
                        <a:rPr sz="1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而不断努力和调整自己。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68" name="picture 7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562" y="9617181"/>
            <a:ext cx="5041863" cy="2089112"/>
          </a:xfrm>
          <a:prstGeom prst="rect">
            <a:avLst/>
          </a:prstGeom>
        </p:spPr>
      </p:pic>
      <p:grpSp>
        <p:nvGrpSpPr>
          <p:cNvPr id="218" name="group 218"/>
          <p:cNvGrpSpPr/>
          <p:nvPr/>
        </p:nvGrpSpPr>
        <p:grpSpPr>
          <a:xfrm rot="21600000">
            <a:off x="361965" y="8359849"/>
            <a:ext cx="5962619" cy="907976"/>
            <a:chOff x="0" y="0"/>
            <a:chExt cx="5962619" cy="907976"/>
          </a:xfrm>
        </p:grpSpPr>
        <p:pic>
          <p:nvPicPr>
            <p:cNvPr id="770" name="picture 7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962619" cy="907976"/>
            </a:xfrm>
            <a:prstGeom prst="rect">
              <a:avLst/>
            </a:prstGeom>
          </p:spPr>
        </p:pic>
        <p:sp>
          <p:nvSpPr>
            <p:cNvPr id="772" name="textbox 772"/>
            <p:cNvSpPr/>
            <p:nvPr/>
          </p:nvSpPr>
          <p:spPr>
            <a:xfrm>
              <a:off x="-12700" y="-12700"/>
              <a:ext cx="5988050" cy="971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39165" algn="l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2200" kern="0" spc="-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恋爱配对：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788" name="picture 7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5470" y="12011075"/>
            <a:ext cx="5899114" cy="12735"/>
          </a:xfrm>
          <a:prstGeom prst="rect">
            <a:avLst/>
          </a:prstGeom>
        </p:spPr>
      </p:pic>
      <p:pic>
        <p:nvPicPr>
          <p:cNvPr id="790" name="picture 7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75402" y="8194723"/>
            <a:ext cx="12687" cy="4521215"/>
          </a:xfrm>
          <a:prstGeom prst="rect">
            <a:avLst/>
          </a:prstGeom>
        </p:spPr>
      </p:pic>
      <p:pic>
        <p:nvPicPr>
          <p:cNvPr id="792" name="picture 7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1965" y="8404206"/>
            <a:ext cx="12687" cy="3555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/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