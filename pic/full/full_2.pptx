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6858000" cy="221170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jpeg"/><Relationship Id="rId8" Type="http://schemas.openxmlformats.org/officeDocument/2006/relationships/image" Target="../media/image8.png"/><Relationship Id="rId7" Type="http://schemas.openxmlformats.org/officeDocument/2006/relationships/image" Target="../media/image7.jpeg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1.jpeg"/><Relationship Id="rId10" Type="http://schemas.openxmlformats.org/officeDocument/2006/relationships/image" Target="../media/image10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84"/>
          <p:cNvSpPr/>
          <p:nvPr/>
        </p:nvSpPr>
        <p:spPr>
          <a:xfrm>
            <a:off x="342887" y="3305547"/>
            <a:ext cx="6049645" cy="2392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2200" kern="0" spc="-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2200" kern="0" spc="-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展现出真实、关怀和利他主义的耀眼光环，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5000"/>
              </a:lnSpc>
              <a:spcBef>
                <a:spcPts val="865"/>
              </a:spcBef>
            </a:pPr>
            <a:r>
              <a:rPr sz="22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人们经常被他们强大的人格影响力所折服。</a:t>
            </a:r>
            <a:r>
              <a:rPr sz="2200" kern="0" spc="-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4000"/>
              </a:lnSpc>
              <a:spcBef>
                <a:spcPts val="5"/>
              </a:spcBef>
            </a:pPr>
            <a:r>
              <a:rPr sz="22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是富有热情和同情心的领导者，他们能够成功带领</a:t>
            </a:r>
            <a:r>
              <a:rPr sz="22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2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团队，并且在社交场合中能</a:t>
            </a:r>
            <a:r>
              <a:rPr sz="22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够轻松应对。他们注重</a:t>
            </a: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2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人际关系，愿意帮助他人</a:t>
            </a:r>
            <a:r>
              <a:rPr sz="22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，是真正的社交高手和团</a:t>
            </a: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2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队合作的引领者。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86" name="picture 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49277" y="13735070"/>
            <a:ext cx="2851144" cy="4165599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581384" y="13735068"/>
            <a:ext cx="2825770" cy="4172002"/>
          </a:xfrm>
          <a:prstGeom prst="rect">
            <a:avLst/>
          </a:prstGeom>
        </p:spPr>
      </p:pic>
      <p:sp>
        <p:nvSpPr>
          <p:cNvPr id="96" name="textbox 96"/>
          <p:cNvSpPr/>
          <p:nvPr/>
        </p:nvSpPr>
        <p:spPr>
          <a:xfrm>
            <a:off x="355574" y="2165272"/>
            <a:ext cx="6036945" cy="6426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46100" algn="l" rtl="0" eaLnBrk="0">
              <a:lnSpc>
                <a:spcPct val="98000"/>
              </a:lnSpc>
              <a:spcBef>
                <a:spcPts val="0"/>
              </a:spcBef>
              <a:tabLst>
                <a:tab pos="4038600" algn="l"/>
              </a:tabLst>
            </a:pPr>
            <a:r>
              <a:rPr sz="3800" u="sng" kern="0" spc="0" dirty="0">
                <a:solidFill>
                  <a:srgbClr val="E08060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3800" kern="0" spc="-350" dirty="0">
                <a:solidFill>
                  <a:srgbClr val="E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800" b="1" kern="0" spc="-340" dirty="0">
                <a:solidFill>
                  <a:srgbClr val="E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</a:t>
            </a:r>
            <a:r>
              <a:rPr sz="3800" b="1" kern="0" spc="-330" dirty="0">
                <a:solidFill>
                  <a:srgbClr val="E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格特</a:t>
            </a:r>
            <a:r>
              <a:rPr sz="3800" b="1" kern="0" spc="-200" dirty="0">
                <a:solidFill>
                  <a:srgbClr val="E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点</a:t>
            </a:r>
            <a:endParaRPr sz="3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98" name="picture 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68274" y="2177972"/>
            <a:ext cx="533415" cy="533559"/>
          </a:xfrm>
          <a:prstGeom prst="rect">
            <a:avLst/>
          </a:prstGeom>
        </p:spPr>
      </p:pic>
      <p:sp>
        <p:nvSpPr>
          <p:cNvPr id="100" name="textbox 100"/>
          <p:cNvSpPr/>
          <p:nvPr/>
        </p:nvSpPr>
        <p:spPr>
          <a:xfrm>
            <a:off x="4076725" y="6435565"/>
            <a:ext cx="2338704" cy="10515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2000"/>
              </a:lnSpc>
            </a:pPr>
            <a:r>
              <a:rPr sz="1800" kern="0" spc="-100" dirty="0">
                <a:solidFill>
                  <a:srgbClr val="F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PERSONAL</a:t>
            </a:r>
            <a:r>
              <a:rPr sz="1800" kern="0" spc="-90" dirty="0">
                <a:solidFill>
                  <a:srgbClr val="F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IT</a:t>
            </a:r>
            <a:r>
              <a:rPr sz="1800" kern="0" spc="-100" dirty="0">
                <a:solidFill>
                  <a:srgbClr val="F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Y</a:t>
            </a:r>
            <a:r>
              <a:rPr sz="1800" kern="0" spc="90" dirty="0">
                <a:solidFill>
                  <a:srgbClr val="F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800" kern="0" spc="-100" dirty="0">
                <a:solidFill>
                  <a:srgbClr val="F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RARIT</a:t>
            </a:r>
            <a:r>
              <a:rPr sz="1800" kern="0" spc="-20" dirty="0">
                <a:solidFill>
                  <a:srgbClr val="F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Y</a:t>
            </a: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9215" algn="l" rtl="0" eaLnBrk="0">
              <a:lnSpc>
                <a:spcPct val="96000"/>
              </a:lnSpc>
            </a:pPr>
            <a:r>
              <a:rPr sz="3500" b="1" kern="0" spc="-10" dirty="0">
                <a:solidFill>
                  <a:srgbClr val="F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人格稀有度</a:t>
            </a:r>
            <a:endParaRPr sz="3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02" name="picture 1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635255" y="8928131"/>
            <a:ext cx="1473167" cy="1479452"/>
          </a:xfrm>
          <a:prstGeom prst="rect">
            <a:avLst/>
          </a:prstGeom>
        </p:spPr>
      </p:pic>
      <p:pic>
        <p:nvPicPr>
          <p:cNvPr id="104" name="picture 10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09607" y="8934535"/>
            <a:ext cx="1466857" cy="1479451"/>
          </a:xfrm>
          <a:prstGeom prst="rect">
            <a:avLst/>
          </a:prstGeom>
        </p:spPr>
      </p:pic>
      <p:pic>
        <p:nvPicPr>
          <p:cNvPr id="106" name="picture 10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68274" y="12655573"/>
            <a:ext cx="4038607" cy="533344"/>
          </a:xfrm>
          <a:prstGeom prst="rect">
            <a:avLst/>
          </a:prstGeom>
        </p:spPr>
      </p:pic>
      <p:pic>
        <p:nvPicPr>
          <p:cNvPr id="108" name="picture 10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660902" y="8934535"/>
            <a:ext cx="1454170" cy="1479451"/>
          </a:xfrm>
          <a:prstGeom prst="rect">
            <a:avLst/>
          </a:prstGeom>
        </p:spPr>
      </p:pic>
      <p:pic>
        <p:nvPicPr>
          <p:cNvPr id="110" name="picture 1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68274" y="6877133"/>
            <a:ext cx="3568697" cy="533344"/>
          </a:xfrm>
          <a:prstGeom prst="rect">
            <a:avLst/>
          </a:prstGeom>
        </p:spPr>
      </p:pic>
      <p:sp>
        <p:nvSpPr>
          <p:cNvPr id="112" name="textbox 112"/>
          <p:cNvSpPr/>
          <p:nvPr/>
        </p:nvSpPr>
        <p:spPr>
          <a:xfrm>
            <a:off x="323822" y="8020119"/>
            <a:ext cx="2546985" cy="4965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12750" algn="l" rtl="0" eaLnBrk="0">
              <a:lnSpc>
                <a:spcPct val="99000"/>
              </a:lnSpc>
              <a:spcBef>
                <a:spcPts val="0"/>
              </a:spcBef>
              <a:tabLst>
                <a:tab pos="555625" algn="l"/>
              </a:tabLst>
            </a:pPr>
            <a:r>
              <a:rPr sz="2300" kern="0" spc="0" dirty="0">
                <a:solidFill>
                  <a:srgbClr val="504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2300" b="1" kern="0" spc="-140" dirty="0">
                <a:solidFill>
                  <a:srgbClr val="504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稀有度排名：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14" name="picture 1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526002" y="8032819"/>
            <a:ext cx="349277" cy="393552"/>
          </a:xfrm>
          <a:prstGeom prst="rect">
            <a:avLst/>
          </a:prstGeom>
        </p:spPr>
      </p:pic>
      <p:pic>
        <p:nvPicPr>
          <p:cNvPr id="116" name="picture 1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336522" y="8077213"/>
            <a:ext cx="400095" cy="387363"/>
          </a:xfrm>
          <a:prstGeom prst="rect">
            <a:avLst/>
          </a:prstGeom>
        </p:spPr>
      </p:pic>
      <p:sp>
        <p:nvSpPr>
          <p:cNvPr id="118" name="textbox 118"/>
          <p:cNvSpPr/>
          <p:nvPr/>
        </p:nvSpPr>
        <p:spPr>
          <a:xfrm>
            <a:off x="1676369" y="18446819"/>
            <a:ext cx="2324735" cy="419100"/>
          </a:xfrm>
          <a:prstGeom prst="rect">
            <a:avLst/>
          </a:prstGeom>
          <a:solidFill>
            <a:srgbClr val="F4F4F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1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0" algn="l" rtl="0" eaLnBrk="0">
              <a:lnSpc>
                <a:spcPts val="2480"/>
              </a:lnSpc>
              <a:spcBef>
                <a:spcPts val="0"/>
              </a:spcBef>
            </a:pPr>
            <a:r>
              <a:rPr sz="1900" kern="0" spc="-16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安雅</a:t>
            </a:r>
            <a:r>
              <a:rPr sz="1900" kern="0" spc="-16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-16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·泰勒</a:t>
            </a:r>
            <a:r>
              <a:rPr sz="1900" kern="0" spc="-9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-16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·乔伊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0" name="textbox 120"/>
          <p:cNvSpPr/>
          <p:nvPr/>
        </p:nvSpPr>
        <p:spPr>
          <a:xfrm>
            <a:off x="4565817" y="12681055"/>
            <a:ext cx="1826895" cy="5949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8000"/>
              </a:lnSpc>
            </a:pPr>
            <a:r>
              <a:rPr sz="3800" b="1" kern="0" spc="-310" dirty="0">
                <a:solidFill>
                  <a:srgbClr val="F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代表</a:t>
            </a:r>
            <a:r>
              <a:rPr sz="3800" b="1" kern="0" spc="-300" dirty="0">
                <a:solidFill>
                  <a:srgbClr val="F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</a:t>
            </a:r>
            <a:r>
              <a:rPr sz="3800" b="1" kern="0" spc="-200" dirty="0">
                <a:solidFill>
                  <a:srgbClr val="F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物</a:t>
            </a:r>
            <a:endParaRPr sz="3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2" name="textbox 122"/>
          <p:cNvSpPr/>
          <p:nvPr/>
        </p:nvSpPr>
        <p:spPr>
          <a:xfrm>
            <a:off x="3771900" y="19678699"/>
            <a:ext cx="2159000" cy="419100"/>
          </a:xfrm>
          <a:prstGeom prst="rect">
            <a:avLst/>
          </a:prstGeom>
          <a:solidFill>
            <a:srgbClr val="F4F4F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0" algn="l" rtl="0" eaLnBrk="0">
              <a:lnSpc>
                <a:spcPct val="100000"/>
              </a:lnSpc>
              <a:spcBef>
                <a:spcPts val="0"/>
              </a:spcBef>
            </a:pPr>
            <a:r>
              <a:rPr sz="2100" kern="0" spc="-190" dirty="0">
                <a:solidFill>
                  <a:srgbClr val="F06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西德尼</a:t>
            </a:r>
            <a:r>
              <a:rPr sz="2100" kern="0" spc="-190" dirty="0">
                <a:solidFill>
                  <a:srgbClr val="F06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100" kern="0" spc="-190" dirty="0">
                <a:solidFill>
                  <a:srgbClr val="F06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·斯威尼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863615" y="10661487"/>
            <a:ext cx="1111250" cy="8115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185"/>
              </a:lnSpc>
            </a:pPr>
            <a:r>
              <a:rPr sz="1700" kern="0" spc="-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占总人口：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3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0" algn="l" rtl="0" eaLnBrk="0">
              <a:lnSpc>
                <a:spcPts val="3135"/>
              </a:lnSpc>
              <a:spcBef>
                <a:spcPts val="5"/>
              </a:spcBef>
            </a:pPr>
            <a:r>
              <a:rPr sz="2300" kern="0" spc="-30" dirty="0">
                <a:solidFill>
                  <a:srgbClr val="F0701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2.5%</a:t>
            </a:r>
            <a:endParaRPr sz="2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2" name="textbox 132"/>
          <p:cNvSpPr/>
          <p:nvPr/>
        </p:nvSpPr>
        <p:spPr>
          <a:xfrm>
            <a:off x="4267184" y="18446819"/>
            <a:ext cx="1880235" cy="419100"/>
          </a:xfrm>
          <a:prstGeom prst="rect">
            <a:avLst/>
          </a:prstGeom>
          <a:solidFill>
            <a:srgbClr val="F5F5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0" algn="l" rtl="0" eaLnBrk="0">
              <a:lnSpc>
                <a:spcPts val="2515"/>
              </a:lnSpc>
              <a:spcBef>
                <a:spcPts val="0"/>
              </a:spcBef>
            </a:pPr>
            <a:r>
              <a:rPr sz="2000" kern="0" spc="-110" dirty="0">
                <a:solidFill>
                  <a:srgbClr val="F06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约翰</a:t>
            </a:r>
            <a:r>
              <a:rPr sz="2000" kern="0" spc="-130" dirty="0">
                <a:solidFill>
                  <a:srgbClr val="F06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000" kern="0" spc="-110" dirty="0">
                <a:solidFill>
                  <a:srgbClr val="F06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·库萨克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4" name="textbox 134"/>
          <p:cNvSpPr/>
          <p:nvPr/>
        </p:nvSpPr>
        <p:spPr>
          <a:xfrm>
            <a:off x="2387612" y="20301043"/>
            <a:ext cx="1892300" cy="406400"/>
          </a:xfrm>
          <a:prstGeom prst="rect">
            <a:avLst/>
          </a:prstGeom>
          <a:solidFill>
            <a:srgbClr val="F4F4F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0" algn="l" rtl="0" eaLnBrk="0">
              <a:lnSpc>
                <a:spcPts val="2495"/>
              </a:lnSpc>
              <a:spcBef>
                <a:spcPts val="0"/>
              </a:spcBef>
            </a:pPr>
            <a:r>
              <a:rPr sz="2000" kern="0" spc="-12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达蒙</a:t>
            </a:r>
            <a:r>
              <a:rPr sz="2000" kern="0" spc="-14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000" kern="0" spc="-12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2000" kern="0" spc="-120" dirty="0">
                <a:solidFill>
                  <a:srgbClr val="F06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奥尔本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6" name="textbox 136"/>
          <p:cNvSpPr/>
          <p:nvPr/>
        </p:nvSpPr>
        <p:spPr>
          <a:xfrm>
            <a:off x="2755887" y="19068949"/>
            <a:ext cx="1866900" cy="407034"/>
          </a:xfrm>
          <a:prstGeom prst="rect">
            <a:avLst/>
          </a:prstGeom>
          <a:solidFill>
            <a:srgbClr val="F3F3F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0" algn="l" rtl="0" eaLnBrk="0">
              <a:lnSpc>
                <a:spcPts val="2500"/>
              </a:lnSpc>
            </a:pPr>
            <a:r>
              <a:rPr sz="2000" kern="0" spc="-150" dirty="0">
                <a:solidFill>
                  <a:srgbClr val="F08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肖恩</a:t>
            </a:r>
            <a:r>
              <a:rPr sz="2000" kern="0" spc="-110" dirty="0">
                <a:solidFill>
                  <a:srgbClr val="F08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000" kern="0" spc="-150" dirty="0">
                <a:solidFill>
                  <a:srgbClr val="F08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2000" kern="0" spc="-150" dirty="0">
                <a:solidFill>
                  <a:srgbClr val="F06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康纳利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8" name="textbox 138"/>
          <p:cNvSpPr/>
          <p:nvPr/>
        </p:nvSpPr>
        <p:spPr>
          <a:xfrm>
            <a:off x="1790679" y="499302"/>
            <a:ext cx="3072764" cy="292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人情味重，为人处世有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温度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0" name="textbox 140"/>
          <p:cNvSpPr/>
          <p:nvPr/>
        </p:nvSpPr>
        <p:spPr>
          <a:xfrm>
            <a:off x="558789" y="19068949"/>
            <a:ext cx="1842135" cy="381634"/>
          </a:xfrm>
          <a:prstGeom prst="rect">
            <a:avLst/>
          </a:prstGeom>
          <a:solidFill>
            <a:srgbClr val="F5F4F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0" algn="l" rtl="0" eaLnBrk="0">
              <a:lnSpc>
                <a:spcPts val="2510"/>
              </a:lnSpc>
              <a:spcBef>
                <a:spcPts val="5"/>
              </a:spcBef>
            </a:pPr>
            <a:r>
              <a:rPr sz="2000" kern="0" spc="-15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</a:t>
            </a:r>
            <a:r>
              <a:rPr sz="2000" kern="0" spc="-12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000" kern="0" spc="-15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2000" kern="0" spc="-83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000" kern="0" spc="-15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阿弗莱克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5029232" y="10658591"/>
            <a:ext cx="869950" cy="840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150"/>
              </a:lnSpc>
            </a:pPr>
            <a:r>
              <a:rPr sz="16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占女性：</a:t>
            </a:r>
            <a:endParaRPr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4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135"/>
              </a:lnSpc>
              <a:spcBef>
                <a:spcPts val="5"/>
              </a:spcBef>
            </a:pPr>
            <a:r>
              <a:rPr sz="2300" kern="0" spc="-30" dirty="0">
                <a:solidFill>
                  <a:srgbClr val="F0701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3.3%</a:t>
            </a:r>
            <a:endParaRPr sz="2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3009894" y="10656902"/>
            <a:ext cx="870585" cy="838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135"/>
              </a:lnSpc>
            </a:pPr>
            <a:r>
              <a:rPr sz="16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占男性：</a:t>
            </a:r>
            <a:endParaRPr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000"/>
              </a:lnSpc>
            </a:pPr>
            <a:r>
              <a:rPr sz="2200" kern="0" spc="-70" dirty="0">
                <a:solidFill>
                  <a:srgbClr val="F0701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1.6%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32" name="group 32"/>
          <p:cNvGrpSpPr/>
          <p:nvPr/>
        </p:nvGrpSpPr>
        <p:grpSpPr>
          <a:xfrm rot="21600000">
            <a:off x="317525" y="400155"/>
            <a:ext cx="1282651" cy="431755"/>
            <a:chOff x="0" y="0"/>
            <a:chExt cx="1282651" cy="431755"/>
          </a:xfrm>
        </p:grpSpPr>
        <p:pic>
          <p:nvPicPr>
            <p:cNvPr id="162" name="picture 162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0"/>
              <a:ext cx="1282651" cy="431755"/>
            </a:xfrm>
            <a:prstGeom prst="rect">
              <a:avLst/>
            </a:prstGeom>
          </p:spPr>
        </p:pic>
        <p:sp>
          <p:nvSpPr>
            <p:cNvPr id="164" name="textbox 164"/>
            <p:cNvSpPr/>
            <p:nvPr/>
          </p:nvSpPr>
          <p:spPr>
            <a:xfrm>
              <a:off x="-12700" y="-12700"/>
              <a:ext cx="1308100" cy="4965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</a:pPr>
              <a:endParaRPr sz="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15900" algn="l" rtl="0" eaLnBrk="0">
                <a:lnSpc>
                  <a:spcPct val="87000"/>
                </a:lnSpc>
                <a:spcBef>
                  <a:spcPts val="0"/>
                </a:spcBef>
              </a:pPr>
              <a:r>
                <a:rPr sz="3300" kern="0" spc="-70" baseline="-6000" dirty="0">
                  <a:solidFill>
                    <a:srgbClr val="FFFFFF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H</a:t>
              </a:r>
              <a:r>
                <a:rPr sz="2100" kern="0" spc="150" dirty="0">
                  <a:solidFill>
                    <a:srgbClr val="FFFFFF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</a:t>
              </a:r>
              <a:r>
                <a:rPr sz="1900" kern="0" spc="-70" dirty="0">
                  <a:solidFill>
                    <a:srgbClr val="E0402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温</a:t>
              </a:r>
              <a:r>
                <a:rPr sz="1900" kern="0" spc="-350" dirty="0">
                  <a:solidFill>
                    <a:srgbClr val="E0402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1900" kern="0" spc="-70" dirty="0">
                  <a:solidFill>
                    <a:srgbClr val="E0402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暖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166" name="textbox 166"/>
          <p:cNvSpPr/>
          <p:nvPr/>
        </p:nvSpPr>
        <p:spPr>
          <a:xfrm>
            <a:off x="749305" y="19678699"/>
            <a:ext cx="1156335" cy="419100"/>
          </a:xfrm>
          <a:prstGeom prst="rect">
            <a:avLst/>
          </a:prstGeom>
          <a:solidFill>
            <a:srgbClr val="F3F3F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2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0" algn="l" rtl="0" eaLnBrk="0">
              <a:lnSpc>
                <a:spcPct val="96000"/>
              </a:lnSpc>
              <a:spcBef>
                <a:spcPts val="5"/>
              </a:spcBef>
            </a:pPr>
            <a:r>
              <a:rPr sz="2200" kern="0" spc="-4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奥巴马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0" name="textbox 170"/>
          <p:cNvSpPr/>
          <p:nvPr/>
        </p:nvSpPr>
        <p:spPr>
          <a:xfrm>
            <a:off x="4965671" y="19068949"/>
            <a:ext cx="1130935" cy="394334"/>
          </a:xfrm>
          <a:prstGeom prst="rect">
            <a:avLst/>
          </a:prstGeom>
          <a:solidFill>
            <a:srgbClr val="F8F8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065" algn="l" rtl="0" eaLnBrk="0">
              <a:lnSpc>
                <a:spcPct val="96000"/>
              </a:lnSpc>
              <a:spcBef>
                <a:spcPts val="0"/>
              </a:spcBef>
            </a:pPr>
            <a:r>
              <a:rPr sz="2200" kern="0" spc="-6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季羡林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2" name="textbox 172"/>
          <p:cNvSpPr/>
          <p:nvPr/>
        </p:nvSpPr>
        <p:spPr>
          <a:xfrm>
            <a:off x="2387612" y="19678699"/>
            <a:ext cx="901700" cy="419100"/>
          </a:xfrm>
          <a:prstGeom prst="rect">
            <a:avLst/>
          </a:prstGeom>
          <a:solidFill>
            <a:srgbClr val="F4F4F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1765" algn="l" rtl="0" eaLnBrk="0">
              <a:lnSpc>
                <a:spcPct val="96000"/>
              </a:lnSpc>
              <a:spcBef>
                <a:spcPts val="5"/>
              </a:spcBef>
            </a:pPr>
            <a:r>
              <a:rPr sz="2200" kern="0" spc="-4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刘备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4" name="textbox 174"/>
          <p:cNvSpPr/>
          <p:nvPr/>
        </p:nvSpPr>
        <p:spPr>
          <a:xfrm>
            <a:off x="520727" y="18459412"/>
            <a:ext cx="876300" cy="394334"/>
          </a:xfrm>
          <a:prstGeom prst="rect">
            <a:avLst/>
          </a:prstGeom>
          <a:solidFill>
            <a:srgbClr val="F5F5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165" algn="l" rtl="0" eaLnBrk="0">
              <a:lnSpc>
                <a:spcPct val="97000"/>
              </a:lnSpc>
              <a:spcBef>
                <a:spcPts val="0"/>
              </a:spcBef>
            </a:pPr>
            <a:r>
              <a:rPr sz="2200" kern="0" spc="-4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孔子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</Words>
  <Application>WPS 演示</Application>
  <PresentationFormat/>
  <Paragraphs>52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</vt:lpstr>
      <vt:lpstr>黑体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商显厂家 李工13246883050</cp:lastModifiedBy>
  <cp:revision>2</cp:revision>
  <dcterms:created xsi:type="dcterms:W3CDTF">2026-06-05T06:34:00Z</dcterms:created>
  <dcterms:modified xsi:type="dcterms:W3CDTF">2026-06-05T06:35:26Z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2026-06-05T22:23:06Z</vt:filetime>
  </property>
  <property fmtid="{D5CDD505-2E9C-101B-9397-08002B2CF9AE}" pid="4" name="UsrData">
    <vt:lpwstr>6a226b32bfaa9e001f1e18f2wl</vt:lpwstr>
  </property>
  <property fmtid="{D5CDD505-2E9C-101B-9397-08002B2CF9AE}" pid="5" name="KSOProductBuildVer">
    <vt:lpwstr>2052-12.1.0.26375</vt:lpwstr>
  </property>
  <property fmtid="{D5CDD505-2E9C-101B-9397-08002B2CF9AE}" pid="6" name="ICV">
    <vt:lpwstr>6F1C3CC4AD0A4E5CB61C0F13F598EDD2_12</vt:lpwstr>
  </property>
</Properties>
</file>