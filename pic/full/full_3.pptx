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4"/>
          <p:cNvGrpSpPr/>
          <p:nvPr/>
        </p:nvGrpSpPr>
        <p:grpSpPr>
          <a:xfrm rot="21600000">
            <a:off x="361965" y="7372243"/>
            <a:ext cx="6039489" cy="3175045"/>
            <a:chOff x="0" y="0"/>
            <a:chExt cx="6039489" cy="3175045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079568"/>
              <a:ext cx="5962619" cy="2095477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222255" y="2559"/>
              <a:ext cx="5817234" cy="2729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4600"/>
                </a:lnSpc>
              </a:pPr>
              <a:r>
                <a:rPr sz="3800" b="1" kern="0" spc="-35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性</a:t>
              </a:r>
              <a:r>
                <a:rPr sz="3800" b="1" kern="0" spc="-34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格优</a:t>
              </a:r>
              <a:r>
                <a:rPr sz="3800" b="1" kern="0" spc="-17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势</a:t>
              </a:r>
              <a:endParaRPr sz="3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80"/>
                </a:spcBef>
              </a:pPr>
              <a:r>
                <a:rPr sz="1900" kern="0" spc="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慷慨大方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在经济方面非常的大方，总是觉得情谊比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50"/>
                </a:lnSpc>
              </a:pPr>
              <a:r>
                <a:rPr sz="19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金钱更加重要，并不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在意花费多少。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86" name="picture 18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3415" cy="520861"/>
            </a:xfrm>
            <a:prstGeom prst="rect">
              <a:avLst/>
            </a:prstGeom>
          </p:spPr>
        </p:pic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520659" y="520861"/>
              <a:ext cx="3517948" cy="12687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 rot="21600000">
            <a:off x="361965" y="13411262"/>
            <a:ext cx="6457904" cy="2082789"/>
            <a:chOff x="0" y="0"/>
            <a:chExt cx="6457904" cy="2082789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457904" cy="2082789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222255" y="167951"/>
              <a:ext cx="5281295" cy="1471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魅力超凡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经常找到自己的方式进入领导角色，他们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45"/>
                </a:lnSpc>
              </a:pPr>
              <a:r>
                <a:rPr sz="19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意志坚定且擅长鼓舞人心</a:t>
              </a:r>
              <a:r>
                <a:rPr sz="19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361965" y="10941052"/>
            <a:ext cx="6457904" cy="2070102"/>
            <a:chOff x="0" y="0"/>
            <a:chExt cx="6457904" cy="2070102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457904" cy="2070102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222255" y="162351"/>
              <a:ext cx="5381625" cy="1477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热情关怀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通常热情且富有同情心，渴望为他人的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幸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00"/>
                </a:lnSpc>
              </a:pPr>
              <a:r>
                <a:rPr sz="1900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福做贡献，关注情感利益，擅长处理人际关系。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336577" y="241391"/>
            <a:ext cx="6075045" cy="2253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7215" algn="l" rtl="0" eaLnBrk="0">
              <a:lnSpc>
                <a:spcPct val="96000"/>
              </a:lnSpc>
              <a:spcBef>
                <a:spcPts val="0"/>
              </a:spcBef>
              <a:tabLst>
                <a:tab pos="3606165" algn="l"/>
              </a:tabLst>
            </a:pPr>
            <a:r>
              <a:rPr sz="35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500" kern="0" spc="-1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500" b="1" kern="0" spc="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人生关键词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  <a:spcBef>
                <a:spcPts val="730"/>
              </a:spcBef>
            </a:pP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捍卫正义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3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天生具备正义感，始终坚定地与他们所认定的错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误之事抗衡。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9277" y="254091"/>
            <a:ext cx="565099" cy="571394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361965" y="15862220"/>
            <a:ext cx="5975306" cy="2108384"/>
            <a:chOff x="0" y="0"/>
            <a:chExt cx="5975306" cy="2108384"/>
          </a:xfrm>
        </p:grpSpPr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975306" cy="2108384"/>
            </a:xfrm>
            <a:prstGeom prst="rect">
              <a:avLst/>
            </a:prstGeom>
          </p:spPr>
        </p:pic>
        <p:sp>
          <p:nvSpPr>
            <p:cNvPr id="204" name="textbox 204"/>
            <p:cNvSpPr/>
            <p:nvPr/>
          </p:nvSpPr>
          <p:spPr>
            <a:xfrm>
              <a:off x="-12700" y="-12700"/>
              <a:ext cx="6000750" cy="2134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道德感很强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通常很有礼貌，不说脏话，内心渴望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构建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47650" algn="l" rtl="0" eaLnBrk="0">
                <a:lnSpc>
                  <a:spcPts val="3485"/>
                </a:lnSpc>
              </a:pP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一个大同世界。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361965" y="18357806"/>
            <a:ext cx="5988062" cy="2057414"/>
            <a:chOff x="0" y="0"/>
            <a:chExt cx="5988062" cy="2057414"/>
          </a:xfrm>
        </p:grpSpPr>
        <p:pic>
          <p:nvPicPr>
            <p:cNvPr id="206" name="picture 20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88062" cy="2057414"/>
            </a:xfrm>
            <a:prstGeom prst="rect">
              <a:avLst/>
            </a:prstGeom>
          </p:spPr>
        </p:pic>
        <p:sp>
          <p:nvSpPr>
            <p:cNvPr id="208" name="textbox 208"/>
            <p:cNvSpPr/>
            <p:nvPr/>
          </p:nvSpPr>
          <p:spPr>
            <a:xfrm>
              <a:off x="-12700" y="-12700"/>
              <a:ext cx="601408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98000"/>
                </a:lnSpc>
              </a:pPr>
              <a:r>
                <a:rPr sz="1900" kern="0" spc="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责任感强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通常是非常可靠的，</a:t>
              </a:r>
              <a:r>
                <a:rPr sz="1900" kern="0" spc="6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一旦做出承诺，就</a:t>
              </a:r>
              <a:r>
                <a:rPr sz="1900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愿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47650" algn="l" rtl="0" eaLnBrk="0">
                <a:lnSpc>
                  <a:spcPts val="3485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意自觉背负责任感。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10" name="textbox 210"/>
          <p:cNvSpPr/>
          <p:nvPr/>
        </p:nvSpPr>
        <p:spPr>
          <a:xfrm>
            <a:off x="336577" y="3005216"/>
            <a:ext cx="5891529" cy="1155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鼓舞人心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spcBef>
                <a:spcPts val="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真诚且富有爱心，言行高度一致，能激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励他人做正确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的事是他们最高兴的事情之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336577" y="4680625"/>
            <a:ext cx="5636259" cy="1165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利他主义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1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忠实的利他主义者，为了捍卫自己所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信奉的人和理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念，甘愿承受各种攻击与指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责。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3111530" y="20978643"/>
            <a:ext cx="3289934" cy="1046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PERSONALITY</a:t>
            </a:r>
            <a:r>
              <a:rPr sz="1800" kern="0" spc="11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DISADV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3500" b="1" kern="0" spc="0" dirty="0">
                <a:solidFill>
                  <a:srgbClr val="F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性格劣势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3657632" y="6938860"/>
            <a:ext cx="274192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CHARACTER</a:t>
            </a:r>
            <a:r>
              <a:rPr sz="1800" kern="0" spc="-8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STRENGTHS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1965" y="21444036"/>
            <a:ext cx="520659" cy="520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WPS 演示</Application>
  <PresentationFormat/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